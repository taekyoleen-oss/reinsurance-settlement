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74320"/>
            <a:ext cx="54864" cy="3017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48640"/>
            <a:ext cx="11228832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관리 시스템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1122883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Reinsurance Final Settlement Management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v1.3  |  2026.04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71266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1266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6772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6772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082278" y="4114800"/>
            <a:ext cx="2740914" cy="50292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82278" y="4114800"/>
            <a:ext cx="2740914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94360" y="4846320"/>
            <a:ext cx="112288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보험중개사 전용 · 싱글 테넌트 · 다통화 지원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112288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목차  Contents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1069848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206240" y="1069848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대상 사용자 · 핵심 기능 요약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644904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44904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4904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1644904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업무 흐름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1644904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프로세스 · 배분 로직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219960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19960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19960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5568" y="2219960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06240" y="2219960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계약 마스터 · 거래 입력 · 자동 배분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795016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795016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795016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5568" y="2795016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06240" y="2795016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Account Current · 승인 워크플로우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370072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70072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70072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5568" y="3370072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206240" y="3370072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대사 · 미청산 대시보드 · Aging 분석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3945128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45128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45128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15568" y="3945128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06240" y="3945128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등록 · 환율 관리 · 보고서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520184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520184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520184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5568" y="4520184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공유 &amp; 보안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206240" y="4520184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로그인 · 토큰 URL · RLS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5760" y="5095240"/>
            <a:ext cx="11457432" cy="50190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5095240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095240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5568" y="5095240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206240" y="5095240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 · Supabase · 주요 라이브러리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5670296"/>
            <a:ext cx="11457432" cy="501904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5670296"/>
            <a:ext cx="640080" cy="50190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5670296"/>
            <a:ext cx="640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15568" y="5670296"/>
            <a:ext cx="292608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4206240" y="5670296"/>
            <a:ext cx="4846320" cy="5019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구조 · API · 인증 흐름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개요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시스템 목적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보험중개사 정청산 업무 디지털화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보험료·보험금 흐름 정확 추적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미청산 잔액 실시간 현황 파악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정산서 생성 및 승인 워크플로우 자동화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👥  대상 사용자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브로커 실무자 — 거래 입력·정산서 작성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브로커 관리자 — 최종 승인·경영 보고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출재사/수재사 뷰어 — 조회 + Acknowledge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시스템 관리자 — 마스터 데이터·계정 관리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💡  핵심 가치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다통화(USD/EUR/GBP/JPY/KRW) 실시간 환산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Treaty 자동 배분 + 수동 입력 병행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감사 추적 및 정산서 잠금 무결성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외부 공유: 계정 로그인 + 토큰 URL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제약 &amp; 보안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RLS 행 단위 데이터 격리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정산서 승인 후 거래 수정 차단 (is_locked)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토큰 URL 만료 시간·접근 로그 필수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싱글 테넌트 — 단일 브로커 전용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업무 흐름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4864" cy="66620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69848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1️⃣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069848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거래 입력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840480" y="1069848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보험료·보험금·수수료 항목별 입력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736054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809206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809206"/>
            <a:ext cx="54864" cy="66620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" y="1809206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2️⃣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1809206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 배분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1809206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Treaty 지분율 기준 수재사별 자동 배분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2475411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48563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548563"/>
            <a:ext cx="54864" cy="66620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2548563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3️⃣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548563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 발행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840480" y="2548563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분기·반기·연간·수시 정산서 생성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8680" y="3214769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87921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287921"/>
            <a:ext cx="54864" cy="66620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3287921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4️⃣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287921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840480" y="3287921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실무자 제출 → 관리자 승인 → 잠금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8680" y="3954127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27279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027279"/>
            <a:ext cx="54864" cy="66620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" y="4027279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5️⃣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4027279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공유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840480" y="4027279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로그인 또는 토큰 URL로 전달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68680" y="4693485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766637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766637"/>
            <a:ext cx="54864" cy="66620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" y="4766637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6️⃣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4766637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Acknowledge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3840480" y="4766637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출재사·수재사 정산서 확인 및 승인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868680" y="5432842"/>
            <a:ext cx="27432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▾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505994"/>
            <a:ext cx="11457432" cy="666206"/>
          </a:xfrm>
          <a:prstGeom prst="rect">
            <a:avLst/>
          </a:prstGeom>
          <a:solidFill>
            <a:srgbClr val="FAFAFA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505994"/>
            <a:ext cx="54864" cy="66620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" y="5505994"/>
            <a:ext cx="5029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7️⃣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097280" y="5505994"/>
            <a:ext cx="256032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결제 매칭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3840480" y="5505994"/>
            <a:ext cx="5120640" cy="66620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송금·수금 1:1/1:N 매칭 처리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①  계약 마스터 &amp; 거래 입력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📋  계약 마스터 관리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Treaty(비례/비비례) · Facultative 등록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계약 유효기간 및 지분율(Signed Line) 관리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Endorsement 변경 이력 추적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수재사별 배분 비율 설정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💰  Treaty 자동 배분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총액 입력 → 수재사별 자동 분배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거래일 기준 유효 Signed Line 조회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Σ = 100% 저장 전 자동 검증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소수점 오차 1순위 수재사에 흡수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✍️  거래 입력 (수동)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보험료 · 보험금 · 수수료 · 환급금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Non-Proportional(XL): 수동 전용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Facultative: 수재사별 직접 입력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환율 미등록 시 저장 차단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💱  다통화 지원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USD · EUR · GBP · JPY · KRW 기본 지원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 Custom 통화 추가 가능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amount_krw 환산값 병행 저장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수동 환율 이력 관리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②  Account Current &amp; 승인 워크플로우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2402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Account Current 생성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분기·반기·연간·수시 4가지 주기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수재사별 별도 정산서 발행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확정·청구 거래 자동 집계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B/F(이월 잔액) 자동 산출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2402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 B/F 이월 공식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5361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직전 AC net_balance - 매칭 settlement 합계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취소 AC 연결 거래 자동 잠금 해제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중복 발행 경고 표시 (차단 없음)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스냅샷 저장으로 감사 추적 지원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474720"/>
            <a:ext cx="11457432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워크플로우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877056"/>
            <a:ext cx="1818132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Draft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초안 작성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8389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29362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93620" y="3877056"/>
            <a:ext cx="181813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848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Submitted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34848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 요청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175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2148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1480" y="3877056"/>
            <a:ext cx="18181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7634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Approved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7634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관리자 승인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3961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4934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49340" y="3877056"/>
            <a:ext cx="1818132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420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Acknowledged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0420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 Locked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6747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7720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77200" y="3877056"/>
            <a:ext cx="181813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3206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Disputed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13206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이의 제기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95332" y="3877056"/>
            <a:ext cx="109728" cy="2295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05060" y="3877056"/>
            <a:ext cx="1818132" cy="2295144"/>
          </a:xfrm>
          <a:prstGeom prst="rect">
            <a:avLst/>
          </a:prstGeom>
          <a:solidFill>
            <a:srgbClr val="F8FAFF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05060" y="3877056"/>
            <a:ext cx="1818132" cy="54864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9924" y="3986784"/>
            <a:ext cx="1708404" cy="103281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Cancelled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059924" y="5139385"/>
            <a:ext cx="1708404" cy="87215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취소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③  대사 &amp; 미청산 대시보드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🔍  대사 (Reconciliation)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브로커 장부 ↔ 출재사/수재사 장부 비교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금액·날짜 불일치 항목 자동 감지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드래그로 거래 매칭 (react-dnd)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대사 완료 후 Reconciled 상태 전환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Outstanding 대시보드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상대방별·계약별·통화별 잔액 현황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KPI 카드: 총 미수령·미지급·순잔액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환율 자동 적용 KRW 환산 집계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3초 이내 로딩 (인덱스 최적화)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📈  Aging 분석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30일·60일·90일·90일 초과 구간 분류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상대방별 연체 현황 시각화 (Recharts)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통화별 필터 및 Excel 내보내기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경영 보고용 PDF 출력 지원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Parent TX 처리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is_allocation_parent=true → Outstanding 제외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수재사별 자식 TX만 Outstanding 산출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중복 집계 방지 로직 내장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소프트 딜리트 + 감사 로그 보존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④  결제 · 환율 · 보고서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46420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💳  결제(Settlement) 등록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실제 송금·수금 내역 입력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1:1 완전 매칭 / 1:N 부분 매칭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Direction 자동 결정 (to_reinsurer/to_cedant)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결제 완료 후 Outstanding 자동 차감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6772" y="106984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6772" y="1069848"/>
            <a:ext cx="56464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4788" y="117957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💱  환율 관리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04788" y="166420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통화별 수동 환율 이력 등록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환율 미등록 시 거래 저장 차단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등록 후 재시도 안내 UI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 추가: rs_currencies 마스터 관리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75888"/>
            <a:ext cx="564642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📑  PDF 보고서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정산서(AC) PDF 출력 (jsPDF)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로고·헤더·서명란 포함 공식 양식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브라우저 직접 다운로드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첨부 이미지·스탬프 지원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6772" y="3675888"/>
            <a:ext cx="5646420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6772" y="3675888"/>
            <a:ext cx="56464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4788" y="3785616"/>
            <a:ext cx="5390388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📊  Excel 내보내기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4788" y="4270248"/>
            <a:ext cx="5390388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거래 목록·Outstanding·Aging xlsx 출력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XLSX 라이브러리 활용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통화별 필터 적용 후 내보내기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경영 보고 및 감사 제출용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공유 &amp; 보안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5614416" cy="2331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561441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🔑  방식 A: 직접 로그인 (Portal)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5358384" cy="1627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관리자가 Supabase Auth로 계정 생성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cedant_viewer / reinsurer_viewer 역할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/external/dashboard — 세션 기반 상시 접근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RLS: company_id 기준 자사 데이터만 노출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08776" y="1069848"/>
            <a:ext cx="5614416" cy="233172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08776" y="1069848"/>
            <a:ext cx="5614416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36792" y="1179576"/>
            <a:ext cx="5358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🔗  방식 B: 만료형 토큰 URL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36792" y="1664208"/>
            <a:ext cx="5358384" cy="1627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특정 정산서 선택 → "공유 링크 생성"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/share/{token} — 로그인 없이 조회 가능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기본 30일 만료 (관리자 설정 변경 가능)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접근 로그: rs_share_token_logs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566160"/>
            <a:ext cx="11457432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방식 비교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2560320" cy="418795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3931920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비교 항목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80944" y="3931920"/>
            <a:ext cx="3017520" cy="418795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3931920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로그인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53328" y="3931920"/>
            <a:ext cx="2944368" cy="418795"/>
          </a:xfrm>
          <a:prstGeom prst="rect">
            <a:avLst/>
          </a:prstGeom>
          <a:solidFill>
            <a:srgbClr val="1E3A5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931920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토큰 URL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387291"/>
            <a:ext cx="25603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4387291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로그인 필요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980944" y="4387291"/>
            <a:ext cx="30175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54096" y="4387291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53328" y="4387291"/>
            <a:ext cx="29443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387291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❌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842662"/>
            <a:ext cx="25603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4842662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 범위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80944" y="4842662"/>
            <a:ext cx="30175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54096" y="4842662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자사 전체 데이터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53328" y="4842662"/>
            <a:ext cx="2944368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842662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지정 정산서 1건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5298034"/>
            <a:ext cx="25603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" y="5298034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기간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980944" y="5298034"/>
            <a:ext cx="3017520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54096" y="5298034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(계정 비활성화 시 차단)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053328" y="5298034"/>
            <a:ext cx="2944368" cy="418795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5298034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30일 (설정 변경 가능)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5753405"/>
            <a:ext cx="25603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5753405"/>
            <a:ext cx="24140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 사용 사례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80944" y="5753405"/>
            <a:ext cx="3017520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54096" y="5753405"/>
            <a:ext cx="2871216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상시 거래 파트너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053328" y="5753405"/>
            <a:ext cx="2944368" cy="418795"/>
          </a:xfrm>
          <a:prstGeom prst="rect">
            <a:avLst/>
          </a:prstGeom>
          <a:solidFill>
            <a:srgbClr val="F8FA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0" y="5753405"/>
            <a:ext cx="2798064" cy="41879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1회성 정산서 공유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3709416" cy="5486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7957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117957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58191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프론트엔드 · 서버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91109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 Router · Route Handlers · SSR/CSR 혼합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39768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9768" y="1069848"/>
            <a:ext cx="3709416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9496" y="117957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🗄️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34128" y="117957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Supabase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34128" y="158191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· 인증 · RLS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34128" y="191109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 · Auth · Row Level Security · Realtime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13776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3776" y="1069848"/>
            <a:ext cx="3709416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3504" y="117957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708136" y="117957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TailwindCSS + shadcn/ui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08136" y="158191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 프레임워크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08136" y="191109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TweakCN 커스터마이징 · 다크테마 · next-themes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675888"/>
            <a:ext cx="3709416" cy="54864"/>
          </a:xfrm>
          <a:prstGeom prst="rect">
            <a:avLst/>
          </a:prstGeom>
          <a:solidFill>
            <a:srgbClr val="3178C6"/>
          </a:solidFill>
          <a:ln w="12700">
            <a:solidFill>
              <a:srgbClr val="3178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78561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📘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60120" y="378561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18795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타입 안전성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51713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strict mode · 전체 코드베이스 적용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239768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39768" y="3675888"/>
            <a:ext cx="3709416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9496" y="378561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4834128" y="378561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Recharts + jsPDF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34128" y="418795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차트 · PDF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34128" y="451713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Aging 분석 차트 · 정산서 PDF 출력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113776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13776" y="3675888"/>
            <a:ext cx="3709416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3504" y="3785616"/>
            <a:ext cx="41148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708136" y="3785616"/>
            <a:ext cx="300532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react-dnd + XLSX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08136" y="4187952"/>
            <a:ext cx="3005328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인터랙션 · Excel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708136" y="4517136"/>
            <a:ext cx="3005328" cy="1545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 대사 매칭 · Excel 내보내기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029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D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60120" y="91440"/>
            <a:ext cx="10863072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69848"/>
            <a:ext cx="370941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17957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🌐  프론트엔드 레이어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" y="166420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(broker)/ — 브로커 전용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(external)/ — 외부 뷰어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share/[token]/ — 토큰 공유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(auth)/login — 로그인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39768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9768" y="1069848"/>
            <a:ext cx="3709416" cy="548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784" y="117957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⚙️  API 레이어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67784" y="166420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app/api/ Route Handlers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Edge Function 미사용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lib/supabase/queries/ 분리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lib/utils/ 비즈니스 로직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13776" y="106984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3776" y="1069848"/>
            <a:ext cx="3709416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1792" y="117957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🗄️  DB 레이어 (Supabase)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41792" y="166420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 접두어 전체 테이블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 행 단위 보안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DB 트리거 일련번호 자동 채번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PostgreSQL Sequence 활용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75888"/>
            <a:ext cx="3709416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" y="378561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🔐  인증 &amp; 권한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" y="427024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 Auth (이메일/패스워드)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미들웨어 세션 검사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RLS: role 기반 정책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관리자 직접 계정 생성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39768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9768" y="3675888"/>
            <a:ext cx="370941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7784" y="378561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📦  주요 DB 테이블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367784" y="427024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rs_contracts, rs_transactions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rs_account_currents, rs_settlements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rs_exchange_rates, rs_currencies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rs_share_tokens, rs_audit_logs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13776" y="3675888"/>
            <a:ext cx="3709416" cy="24963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3776" y="3675888"/>
            <a:ext cx="3709416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1792" y="3785616"/>
            <a:ext cx="3453384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 배포 &amp; 인프라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241792" y="4270248"/>
            <a:ext cx="3453384" cy="17922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Next.js 15 빌드 (npm run build)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싱글 테넌트 구조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.env.local 환경변수 관리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SUPABASE_SERVICE_ROLE_KEY 서버 전용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0"/>
            <a:ext cx="11457432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재보험 정청산 관리 시스템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834640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보험중개사 정청산 업무의 완전한 디지털화를 실현합니다.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114574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 계약 마스터 → 거래 입력 → AC 발행 → 승인 → 결제 매칭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4224528"/>
            <a:ext cx="114574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 다통화(5종+확장) · RLS 보안 · 감사 추적 · PDF/Excel 출력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4700016"/>
            <a:ext cx="11457432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🔷  외부 파트너 직접 로그인 + 만료형 토큰 URL 이중 공유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5943600"/>
            <a:ext cx="11457432" cy="36576"/>
          </a:xfrm>
          <a:prstGeom prst="rect">
            <a:avLst/>
          </a:prstGeom>
          <a:solidFill>
            <a:srgbClr val="1E4A7A"/>
          </a:solidFill>
          <a:ln w="12700">
            <a:solidFill>
              <a:srgbClr val="1E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603504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  |  vibecodinglab.ai.kr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재보험 정청산 관리 시스템</dc:title>
  <dc:subject>PptxGenJS Presentation</dc:subject>
  <dc:creator>바이브코딩랩</dc:creator>
  <cp:lastModifiedBy>바이브코딩랩</cp:lastModifiedBy>
  <cp:revision>1</cp:revision>
  <dcterms:created xsi:type="dcterms:W3CDTF">2026-04-07T09:21:42Z</dcterms:created>
  <dcterms:modified xsi:type="dcterms:W3CDTF">2026-04-07T09:21:42Z</dcterms:modified>
</cp:coreProperties>
</file>